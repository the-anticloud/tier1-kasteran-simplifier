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Reproduction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KASTERAN_SIMPLIFIER</a:t>
            </a:r>
          </a:p>
          <a:p>
            <a:r>
              <a:t>Tier: TIER_1_ANTICLOUD_CORE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Why isolation is recorded separately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Results produced locally are not the same claim as results produced after</a:t>
            </a:r>
          </a:p>
          <a:p>
            <a:r>
              <a:t>a public launch. Local runs can be shaped by the operator; public runs</a:t>
            </a:r>
          </a:p>
          <a:p>
            <a:r>
              <a:t>cannot. Conflating them would let a controlled experiment masquerade as a</a:t>
            </a:r>
          </a:p>
          <a:p>
            <a:r>
              <a:t>field result, which is the specific failure the II budget exists to</a:t>
            </a:r>
          </a:p>
          <a:p>
            <a:r>
              <a:t>prevent. This folder holds only the isolated, pre-launch condition.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Reproduction contract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 result is admissible here only if all of the following are recorded:</a:t>
            </a:r>
          </a:p>
          <a:p>
            <a:r>
              <a:t>1. The exact commit of this project and of its upstream.</a:t>
            </a:r>
          </a:p>
          <a:p>
            <a:r>
              <a:t>2. The environment (interpreter, platform, installed extras).</a:t>
            </a:r>
          </a:p>
          <a:p>
            <a:r>
              <a:t>3. The command, verbatim.</a:t>
            </a:r>
          </a:p>
          <a:p>
            <a:r>
              <a:t>4. The pass condition, stated before the run.</a:t>
            </a:r>
          </a:p>
          <a:p>
            <a:r>
              <a:t>5. The observed output, unedited.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Current state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 KASTERAN_SIMPLIFIER has no executed lab result recorded at the time of</a:t>
            </a:r>
          </a:p>
          <a:p>
            <a:r>
              <a:t>generation. The register below is the template the first run must fill</a:t>
            </a:r>
          </a:p>
          <a:p>
            <a:r>
              <a:t>in; it is not a result.</a:t>
            </a:r>
          </a:p>
          <a:p>
            <a:r>
              <a:t>| Result | Pass condition | Command | Observed | Status |</a:t>
            </a:r>
          </a:p>
          <a:p>
            <a:r>
              <a:t>| --- | --- | --- | --- | --- |</a:t>
            </a:r>
          </a:p>
          <a:p>
            <a:r>
              <a:t>| (none yet) | (define before running) | (verbatim) | (unrecorded) | NOT RUN |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After public launch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Kaggle and Hugging Face deployment results belong in a separate record,</a:t>
            </a:r>
          </a:p>
          <a:p>
            <a:r>
              <a:t>never here, and must state the model weights, dataset revision, and</a:t>
            </a:r>
          </a:p>
          <a:p>
            <a:r>
              <a:t>inference configuration used. Expect these to differ from the isolated</a:t>
            </a:r>
          </a:p>
          <a:p>
            <a:r>
              <a:t>figures; where they do, the difference is the finding.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